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8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8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4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5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4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63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2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9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5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5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4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60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19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3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2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07B612-B420-4489-BBFF-4352F62A85E5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7A86-4E3E-4C96-8F30-B7E04D90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8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Century Gothic</vt:lpstr>
      <vt:lpstr>Wingdings 3</vt:lpstr>
      <vt:lpstr>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Zafar</dc:creator>
  <cp:lastModifiedBy>Zafar</cp:lastModifiedBy>
  <cp:revision>2</cp:revision>
  <dcterms:created xsi:type="dcterms:W3CDTF">2026-03-31T12:39:11Z</dcterms:created>
  <dcterms:modified xsi:type="dcterms:W3CDTF">2026-03-31T12:50:06Z</dcterms:modified>
</cp:coreProperties>
</file>